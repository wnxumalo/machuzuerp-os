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375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639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718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616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87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2613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506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511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374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664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763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D4736-9A8E-4B2C-8AAE-8AC143551BA9}" type="datetimeFigureOut">
              <a:rPr lang="en-ZA" smtClean="0"/>
              <a:t>2020/02/23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439F7-D016-493E-AFEC-9955F07D35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178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smtClean="0"/>
              <a:t>CRM – View Invoice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34435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View All Customer Invoices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181" y="1825625"/>
            <a:ext cx="91716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3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Select Customer Invoice</a:t>
            </a: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05714"/>
            <a:ext cx="10515600" cy="1791159"/>
          </a:xfrm>
        </p:spPr>
      </p:pic>
    </p:spTree>
    <p:extLst>
      <p:ext uri="{BB962C8B-B14F-4D97-AF65-F5344CB8AC3E}">
        <p14:creationId xmlns:p14="http://schemas.microsoft.com/office/powerpoint/2010/main" val="1244046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Customer Invoices is Displayed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444" y="2105554"/>
            <a:ext cx="4925112" cy="3791479"/>
          </a:xfrm>
        </p:spPr>
      </p:pic>
    </p:spTree>
    <p:extLst>
      <p:ext uri="{BB962C8B-B14F-4D97-AF65-F5344CB8AC3E}">
        <p14:creationId xmlns:p14="http://schemas.microsoft.com/office/powerpoint/2010/main" val="342499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Print Invoice</a:t>
            </a: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015" y="1825625"/>
            <a:ext cx="8695970" cy="4351338"/>
          </a:xfrm>
        </p:spPr>
      </p:pic>
    </p:spTree>
    <p:extLst>
      <p:ext uri="{BB962C8B-B14F-4D97-AF65-F5344CB8AC3E}">
        <p14:creationId xmlns:p14="http://schemas.microsoft.com/office/powerpoint/2010/main" val="1892590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CRM – View Invoice</vt:lpstr>
      <vt:lpstr>View All Customer Invoices</vt:lpstr>
      <vt:lpstr>Select Customer Invoice</vt:lpstr>
      <vt:lpstr>Customer Invoices is Displayed</vt:lpstr>
      <vt:lpstr>Print Invoice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– View Invoice</dc:title>
  <dc:creator>Wandile</dc:creator>
  <cp:lastModifiedBy>Wandile</cp:lastModifiedBy>
  <cp:revision>1</cp:revision>
  <dcterms:created xsi:type="dcterms:W3CDTF">2020-02-23T11:22:02Z</dcterms:created>
  <dcterms:modified xsi:type="dcterms:W3CDTF">2020-02-23T11:25:53Z</dcterms:modified>
</cp:coreProperties>
</file>