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612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565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882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33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555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284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341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4208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811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921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083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FFC9E-260E-4B7A-B117-9BD9A386C29F}" type="datetimeFigureOut">
              <a:rPr lang="en-ZA" smtClean="0"/>
              <a:t>2020/04/19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D7732-5953-4FEB-B1ED-D985DD3481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9701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smtClean="0"/>
              <a:t>Simple Clocking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/>
              <a:t>Module for logging employees in and out of the office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114769"/>
            <a:ext cx="1000265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23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Logging Interface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7937" y="2186781"/>
            <a:ext cx="709612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4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Logging Interface Description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Designed to run on </a:t>
            </a:r>
            <a:r>
              <a:rPr lang="en-ZA" dirty="0" smtClean="0">
                <a:solidFill>
                  <a:srgbClr val="FF0000"/>
                </a:solidFill>
              </a:rPr>
              <a:t>Tablet</a:t>
            </a:r>
          </a:p>
          <a:p>
            <a:r>
              <a:rPr lang="en-ZA" dirty="0" smtClean="0"/>
              <a:t>The Tablet must be placed at </a:t>
            </a:r>
            <a:r>
              <a:rPr lang="en-ZA" dirty="0" smtClean="0">
                <a:solidFill>
                  <a:srgbClr val="FF0000"/>
                </a:solidFill>
              </a:rPr>
              <a:t>Exit</a:t>
            </a:r>
            <a:r>
              <a:rPr lang="en-ZA" dirty="0" smtClean="0"/>
              <a:t> and </a:t>
            </a:r>
            <a:r>
              <a:rPr lang="en-ZA" dirty="0" smtClean="0">
                <a:solidFill>
                  <a:srgbClr val="FF0000"/>
                </a:solidFill>
              </a:rPr>
              <a:t>Entry</a:t>
            </a:r>
            <a:r>
              <a:rPr lang="en-ZA" dirty="0" smtClean="0"/>
              <a:t> points</a:t>
            </a:r>
          </a:p>
          <a:p>
            <a:r>
              <a:rPr lang="en-ZA" dirty="0" smtClean="0"/>
              <a:t>Employees simply input their </a:t>
            </a:r>
            <a:r>
              <a:rPr lang="en-ZA" dirty="0" smtClean="0">
                <a:solidFill>
                  <a:srgbClr val="FF0000"/>
                </a:solidFill>
              </a:rPr>
              <a:t>Employee</a:t>
            </a:r>
            <a:r>
              <a:rPr lang="en-ZA" dirty="0" smtClean="0"/>
              <a:t> </a:t>
            </a:r>
            <a:r>
              <a:rPr lang="en-ZA" dirty="0" smtClean="0">
                <a:solidFill>
                  <a:srgbClr val="FF0000"/>
                </a:solidFill>
              </a:rPr>
              <a:t>ID</a:t>
            </a:r>
            <a:r>
              <a:rPr lang="en-ZA" dirty="0" smtClean="0"/>
              <a:t> and </a:t>
            </a:r>
            <a:r>
              <a:rPr lang="en-ZA" dirty="0" smtClean="0">
                <a:solidFill>
                  <a:srgbClr val="FF0000"/>
                </a:solidFill>
              </a:rPr>
              <a:t>Date</a:t>
            </a:r>
            <a:r>
              <a:rPr lang="en-ZA" dirty="0" smtClean="0"/>
              <a:t> for morning and evening clocking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01460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Administrative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68335"/>
            <a:ext cx="10515600" cy="1665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9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Complete Mission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Add details to previous logging at your convenience</a:t>
            </a:r>
          </a:p>
          <a:p>
            <a:r>
              <a:rPr lang="en-ZA" dirty="0" smtClean="0"/>
              <a:t>Specify Outputs, Return Date and Comments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680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Dashboard</a:t>
            </a:r>
            <a:endParaRPr lang="en-Z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5" y="2298968"/>
            <a:ext cx="5838738" cy="2924175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51" y="2284680"/>
            <a:ext cx="5377249" cy="29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45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smtClean="0"/>
              <a:t>Prototype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 smtClean="0"/>
              <a:t>This can be considered a functional Prototype</a:t>
            </a:r>
          </a:p>
          <a:p>
            <a:r>
              <a:rPr lang="en-ZA" dirty="0" smtClean="0"/>
              <a:t>Can be implemented as a Cost Effective Access Management System</a:t>
            </a:r>
          </a:p>
          <a:p>
            <a:r>
              <a:rPr lang="en-ZA" dirty="0" smtClean="0"/>
              <a:t>AMS includes </a:t>
            </a:r>
            <a:r>
              <a:rPr lang="en-ZA" smtClean="0"/>
              <a:t>Barcode / QR </a:t>
            </a:r>
            <a:r>
              <a:rPr lang="en-ZA" dirty="0" smtClean="0"/>
              <a:t>Code </a:t>
            </a:r>
            <a:r>
              <a:rPr lang="en-ZA" smtClean="0"/>
              <a:t>or Smart Card reader </a:t>
            </a:r>
            <a:endParaRPr lang="en-ZA" dirty="0" smtClean="0"/>
          </a:p>
          <a:p>
            <a:r>
              <a:rPr lang="en-ZA" dirty="0" smtClean="0"/>
              <a:t>Can also include equipment for linking system to door functionality (opening/closing)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570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105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Simple Clocking</vt:lpstr>
      <vt:lpstr>Logging Interface</vt:lpstr>
      <vt:lpstr>Logging Interface Description</vt:lpstr>
      <vt:lpstr>Administrative</vt:lpstr>
      <vt:lpstr>Complete Mission</vt:lpstr>
      <vt:lpstr>Dashboard</vt:lpstr>
      <vt:lpstr>Prototype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Clocking</dc:title>
  <dc:creator>Wandile</dc:creator>
  <cp:keywords>clocking,access,system</cp:keywords>
  <cp:lastModifiedBy>Wandile</cp:lastModifiedBy>
  <cp:revision>4</cp:revision>
  <dcterms:created xsi:type="dcterms:W3CDTF">2020-04-19T17:35:54Z</dcterms:created>
  <dcterms:modified xsi:type="dcterms:W3CDTF">2020-04-19T17:56:40Z</dcterms:modified>
</cp:coreProperties>
</file>